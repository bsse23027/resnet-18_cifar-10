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CIFAR-10: Augmentation &amp;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Members: Must</a:t>
            </a:r>
          </a:p>
          <a:p>
            <a:r>
              <a:t>Project summary and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and analyze a CIFAR-10 model.</a:t>
            </a:r>
          </a:p>
          <a:p>
            <a:r>
              <a:t>Paths: Data Augmentation (CutMix/Cutout) and Optimization (SGD vs Adam).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ResNet-18 adapted for CIFAR-10 (3x3 conv, no maxpool). ~11M params.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1: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(crop+flip) vs CutMix. Metrics: val accuracy, curves, confusion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SGD+CosineAnnealing vs Adam. Observations on convergence and final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CutMix and proper optimization improved results. See notebook for details and visuals.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Code, experiments, report,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